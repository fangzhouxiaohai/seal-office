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 &amp; &lt;内容&gt;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母版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sealImage4" Type="http://schemas.openxmlformats.org/officeDocument/2006/relationships/image" Target="../media/8f8ea8d7d8f3822a1e371c6c03e3815198bba89eed7005bc0140c1ae43cfbe3a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sealImage4" Type="http://schemas.openxmlformats.org/officeDocument/2006/relationships/image" Target="../media/8f8ea8d7d8f3822a1e371c6c03e3815198bba89eed7005bc0140c1ae43cfbe3a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sealImage4" Type="http://schemas.openxmlformats.org/officeDocument/2006/relationships/image" Target="../media/8f8ea8d7d8f3822a1e371c6c03e3815198bba89eed7005bc0140c1ae43cfbe3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w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1</a:t>
            </a:r>
            <a:endParaRPr lang="en-US" sz="2800" dirty="0"/>
          </a:p>
        </p:txBody>
      </p:sp>
      <p:pic>
        <p:nvPicPr>
          <p:cNvPr id="4" name="seal-id:aW1hZ2UtMA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x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2</a:t>
            </a:r>
            <a:endParaRPr lang="en-US" sz="2800" dirty="0"/>
          </a:p>
        </p:txBody>
      </p:sp>
      <p:pic>
        <p:nvPicPr>
          <p:cNvPr id="4" name="seal-id:aW1hZ2UtMQ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al-id:dGV4dC0y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海豹演示 3</a:t>
            </a:r>
            <a:endParaRPr lang="en-US" sz="2800" dirty="0"/>
          </a:p>
        </p:txBody>
      </p:sp>
      <p:pic>
        <p:nvPicPr>
          <p:cNvPr id="4" name="seal-id:aW1hZ2UtMg"/>
          <p:cNvPicPr>
            <a:picLocks noMove="0" noResize="0"/>
          </p:cNvPicPr>
          <p:nvPr/>
        </p:nvPicPr>
        <p:blipFill>
          <a:blip r:embed="sealImage4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</a:clrScheme>
    <a:fontScheme name="Office Theme">
      <a:majorFont>
        <a:latin typeface="Calibri Light" panose="020B0502020204020204"/>
        <a:ea typeface="Calibri Light"/>
        <a:cs typeface=""/>
      </a:majorFont>
      <a:minorFont>
        <a:latin typeface="Calibri" panose="020B0502020204020204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2026-10-26T08:18:15Z</dcterms:created>
  <dcterms:modified xsi:type="dcterms:W3CDTF">2026-10-26T08:18:15Z</dcterms:modified>
</cp:coreProperties>
</file>