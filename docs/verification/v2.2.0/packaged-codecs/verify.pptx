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sealImage3" Type="http://schemas.openxmlformats.org/officeDocument/2006/relationships/image" Target="../media/8f8ea8d7d8f3822a1e371c6c03e3815198bba89eed7005bc0140c1ae43cfbe3a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sealImage3" Type="http://schemas.openxmlformats.org/officeDocument/2006/relationships/image" Target="../media/8f8ea8d7d8f3822a1e371c6c03e3815198bba89eed7005bc0140c1ae43cfbe3a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sealImage3" Type="http://schemas.openxmlformats.org/officeDocument/2006/relationships/image" Target="../media/8f8ea8d7d8f3822a1e371c6c03e3815198bba89eed7005bc0140c1ae43cfbe3a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al-id:cGFnZS0w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al-id:dGV4dC0w"/>
          <p:cNvSpPr/>
          <p:nvPr/>
        </p:nvSpPr>
        <p:spPr>
          <a:xfrm>
            <a:off x="381030" y="508041"/>
            <a:ext cx="3810030" cy="761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海豹演示 1</a:t>
            </a:r>
            <a:endParaRPr lang="en-US" sz="2400" dirty="0"/>
          </a:p>
        </p:txBody>
      </p:sp>
      <p:pic>
        <p:nvPicPr>
          <p:cNvPr id="3" name="seal-id:aW1hZ2UtMA"/>
          <p:cNvPicPr>
            <a:picLocks noMove="0" noResize="0"/>
          </p:cNvPicPr>
          <p:nvPr/>
        </p:nvPicPr>
        <p:blipFill>
          <a:blip r:embed="sealImage3"/>
          <a:srcRect l="0" t="0" r="0" b="0"/>
          <a:stretch>
            <a:fillRect/>
          </a:stretch>
        </p:blipFill>
        <p:spPr>
          <a:xfrm rot="0">
            <a:off x="381000" y="228600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al-id:cGFnZS0x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al-id:dGV4dC0x"/>
          <p:cNvSpPr/>
          <p:nvPr/>
        </p:nvSpPr>
        <p:spPr>
          <a:xfrm>
            <a:off x="381030" y="508041"/>
            <a:ext cx="3810030" cy="761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海豹演示 2</a:t>
            </a:r>
            <a:endParaRPr lang="en-US" sz="2400" dirty="0"/>
          </a:p>
        </p:txBody>
      </p:sp>
      <p:pic>
        <p:nvPicPr>
          <p:cNvPr id="3" name="seal-id:aW1hZ2UtMQ"/>
          <p:cNvPicPr>
            <a:picLocks noMove="0" noResize="0"/>
          </p:cNvPicPr>
          <p:nvPr/>
        </p:nvPicPr>
        <p:blipFill>
          <a:blip r:embed="sealImage3"/>
          <a:srcRect l="0" t="0" r="0" b="0"/>
          <a:stretch>
            <a:fillRect/>
          </a:stretch>
        </p:blipFill>
        <p:spPr>
          <a:xfrm rot="0">
            <a:off x="381000" y="228600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al-id:cGFnZS0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al-id:dGV4dC0y"/>
          <p:cNvSpPr/>
          <p:nvPr/>
        </p:nvSpPr>
        <p:spPr>
          <a:xfrm>
            <a:off x="381030" y="508041"/>
            <a:ext cx="3810030" cy="7619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海豹演示 3</a:t>
            </a:r>
            <a:endParaRPr lang="en-US" sz="2400" dirty="0"/>
          </a:p>
        </p:txBody>
      </p:sp>
      <p:pic>
        <p:nvPicPr>
          <p:cNvPr id="3" name="seal-id:aW1hZ2UtMg"/>
          <p:cNvPicPr>
            <a:picLocks noMove="0" noResize="0"/>
          </p:cNvPicPr>
          <p:nvPr/>
        </p:nvPicPr>
        <p:blipFill>
          <a:blip r:embed="sealImage3"/>
          <a:srcRect l="0" t="0" r="0" b="0"/>
          <a:stretch>
            <a:fillRect/>
          </a:stretch>
        </p:blipFill>
        <p:spPr>
          <a:xfrm rot="0">
            <a:off x="381000" y="228600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2026-10-26T08:18:15Z</dcterms:created>
  <dcterms:modified xsi:type="dcterms:W3CDTF">2026-10-26T08:18:15Z</dcterms:modified>
</cp:coreProperties>
</file>